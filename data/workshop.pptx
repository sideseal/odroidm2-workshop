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목표: M2 보드 한 대로 음성을 텍스트로 바꾸고 영어로 번역해 웹에 띄우는 방법을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RTSP로 들어온 소리를 한국어 텍스트로 바꾸고(STT), 영어로 번역해서 웹페이지에 띄웁니다.</a:t>
            </a:r>
          </a:p>
          <a:p>
            <a:r>
              <a:t>참고: VAD(Voice Activity Detection)는 소리에서 사람이 말하는 구간만 찾아내는 기능입니다. 말이 끝난 지점을 알아야 STT를 시작할 수 있고, 무음 구간을 걸러야 STT가 없는 문장을 지어내지 않습니다. STT 단계 안에 포함되는 것으로 설명하면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RK3588S 칩. 빅코어 4개와 리틀코어 4개, NPU 3코어. 6 TOPS는 INT8 기준 이론상 최대치입니다.</a:t>
            </a:r>
          </a:p>
          <a:p/>
          <a:p>
            <a:r>
              <a:t>[사이드 노트] LLM의 속도는 TOPS보다 메모리 속도의 영향을 크게 받습니다. LLM은 토큰 하나를 만들 때마다 모델 전체를 메모리에서 읽기 때문에, 대략 '토큰/초 ≈ 메모리 속도 ÷ 모델 크기'로 볼 수 있습니다. NPU가 있어도 CPU와 NPU는 같은 메모리를 나눠 쓰므로, NPU의 장점은 무조건 빠른 것보다 CPU를 다른 일에 쓸 수 있게 해 주는 데 있습니다. (우리 측정에서도 NPU와 CPU 모두 비슷한 메모리 속도 근처에서 한계를 보임. 정리되면 발표에 추가.)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PC에서 모델을 NPU용 형식으로 변환하고, 파일을 보드로 복사해 런타임으로 실행합니다. LLM은 RKLLM, 비전 모델은 RKNN이라는 별도 도구를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RKLLM은 C 라이브러리(librkllmrt.so)입니다. 먼저 설정값을 만들고(createDefaultParam), init으로 모델을 NPU에 올리고, run으로 질문을 넣습니다. 설정값 중 enabled_cpus_mask는 RKLLM이 쓸 CPU 코어를 지정하는 항목이고, 서버 데모는 RK3588에서 4~7번(빅코어)으로 고정해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run을 호출하면 글자가 생길 때마다 콜백이 불립니다. 콜백의 state가 0이면 글자가 도착한 것이고, 2가 되면 끝입니다. state 1은 한글처럼 여러 바이트인 글자가 아직 완성되지 않아 기다리는 중입니다. 다 쓰면 destroy로 해제합니다. run_async는 기다리지 않고 바로 돌아오고, abort로 중단할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라이브러리를 직접 부르는 흐름입니다. 구조체 정의는 길어서 생략했고 실제 전체는 flask_server.py에 있습니다. 오른쪽은 NPU 서버를 띄운 뒤 HTTP로 번역을 요청하는 코드로, 서버가 떠 있으면 그대로 실행됩니다. 이 킷의 app.py도 같은 방식으로 번역 서버를 호출합니다.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NPU와 CPU를 어떻게 나눠 쓸지는 여러 방법이 있습니다. 우리 구성은 아직 확정된 것이 아니고 테스트로 정할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STT 모델 후보와 번역 모델 후보를 찾고, 누구나 모델만 바꿔서 테스트할 수 있는 기반 코드를 만듭니다. 기준의 숫자는 우리가 정한 목표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</a:rPr>
              <a:t>ODROID-M2로 만드는
로컬 실시간 번역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음성 → 한국어 텍스트 → 영어, 인터넷 없이 보드 안에서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NPU 워크샵 (입문)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이런 걸 만들려고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286000" cy="164592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RTSP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음성 입력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9232" y="2926080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39" y="2286000"/>
            <a:ext cx="2286000" cy="16459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STT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음성 → 한국어 텍스트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9592" y="2926080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2286000" cy="1645920"/>
          </a:xfrm>
          <a:prstGeom prst="roundRect">
            <a:avLst>
              <a:gd name="adj" fmla="val 8000"/>
            </a:avLst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번역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한국어 → 영어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926080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2286000"/>
            <a:ext cx="2286000" cy="164592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웹페이지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자막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F6FEB"/>
                </a:solidFill>
                <a:latin typeface="맑은 고딕"/>
              </a:rPr>
              <a:t>전부 보드 안에서 동작 (클라우드 API 없음)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맑은 고딕"/>
              </a:rPr>
              <a:t>한국어 원문과 영어 번역을 웹에서 함께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ODROID-M2는 어떤 보드인가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8코어</a:t>
            </a:r>
          </a:p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빅 4개 (A76, 2.2GHz)</a:t>
            </a:r>
          </a:p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리틀 4개 (A55, 1.8GHz)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3코어, 최대 6 TOPS</a:t>
            </a:r>
          </a:p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(이론상 최대치, INT8)</a:t>
            </a:r>
          </a:p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RKLLM/RKNN으로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73736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메모리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RAM 8GB</a:t>
            </a:r>
          </a:p>
          <a:p>
            <a:pPr algn="ctr"/>
            <a:r>
              <a:rPr sz="2000" b="0">
                <a:solidFill>
                  <a:srgbClr val="1F2937"/>
                </a:solidFill>
                <a:latin typeface="맑은 고딕"/>
              </a:rPr>
              <a:t>CPU와 NPU가 함께 사용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맑은 고딕"/>
              </a:rPr>
              <a:t>사용 환경: Ubuntu 26.04, 커널 6.1 (Rockchip), NPU 드라이버 0.9.8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NPU를 쓰려면: 변환 → 복사 →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① x86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200400" cy="16459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RKLLM-Toolkit으로</a:t>
            </a:r>
          </a:p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모델 변환</a:t>
            </a:r>
          </a:p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(.rkllm 파일 생성)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926080"/>
            <a:ext cx="50292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② 복사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77440"/>
            <a:ext cx="3200400" cy="16459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scp로 파일을</a:t>
            </a:r>
          </a:p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보드에 복사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26679" y="2926080"/>
            <a:ext cx="50292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③ 보드에서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377440"/>
            <a:ext cx="3200400" cy="16459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librkllmrt.so가</a:t>
            </a:r>
          </a:p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NPU에 모델을 올리고</a:t>
            </a:r>
          </a:p>
          <a:p>
            <a:pPr algn="ctr"/>
            <a:r>
              <a:rPr sz="1900" b="0">
                <a:solidFill>
                  <a:srgbClr val="1F2937"/>
                </a:solidFill>
                <a:latin typeface="맑은 고딕"/>
              </a:rPr>
              <a:t>추론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48056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모델 종류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PC 도구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결과 파일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LLM (번역, 대화)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rkllm-toolkit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.rkllm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비전 (YOLO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rknn-toolkit2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.rknn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RKLLM 함수 ①  모델 올리고 실행하기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560320"/>
                <a:gridCol w="2286000"/>
                <a:gridCol w="2194560"/>
              </a:tblGrid>
              <a:tr h="7772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함수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주요 입력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rkllm_createDefaultParam()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기본 설정 만들기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설정값 (아래 참고)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rkllm_init(handle, param, callback)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모델을 NPU에 올림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설정값, 결과를 받을 콜백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0 이면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rkllm_run(handle, input, infer_param, userdata)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질문을 넣고 생성 시작</a:t>
                      </a:r>
                    </a:p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(끝날 때까지 기다림)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텍스트 프롬프트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글자가 생길 때마다 콜백 호출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6FEB"/>
                </a:solidFill>
                <a:latin typeface="맑은 고딕"/>
              </a:rPr>
              <a:t>설정값의 주요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2743200" cy="4754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6FEB"/>
                </a:solidFill>
                <a:latin typeface="맑은 고딕"/>
              </a:rPr>
              <a:t>model_path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02920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모델(.rkllm) 파일 경로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96128"/>
            <a:ext cx="2743200" cy="4754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6FEB"/>
                </a:solidFill>
                <a:latin typeface="맑은 고딕"/>
              </a:rPr>
              <a:t>max_context_len / max_new_tokens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5596128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기억할 최대 길이 / 만들 최대 길이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2743200" cy="4754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6FEB"/>
                </a:solidFill>
                <a:latin typeface="맑은 고딕"/>
              </a:rPr>
              <a:t>top_k / top_p /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502920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글자를 고르는 방식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96128"/>
            <a:ext cx="2743200" cy="4754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6FEB"/>
                </a:solidFill>
                <a:latin typeface="맑은 고딕"/>
              </a:rPr>
              <a:t>enabled_cpus_mask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5596128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RKLLM이 쓸 CPU 코어 지정 (extend_param 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RKLLM 함수 ②  결과 받고 정리하기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651760"/>
                <a:gridCol w="1828800"/>
                <a:gridCol w="2377440"/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함수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주요 입력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callback(result, userdata, state)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생성된 글자를 받는 곳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result.text 에 글자, state 로 진행 상태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rkllm_destroy(handle)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모델 해제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handle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맑은 고딕"/>
                        </a:rPr>
                        <a:t>0 이면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6118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6FEB"/>
                </a:solidFill>
                <a:latin typeface="맑은 고딕"/>
              </a:rPr>
              <a:t>콜백 state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069080"/>
          <a:ext cx="5303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state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글자 도착 (생성 중)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글자 완성 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끝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맑은 고딕"/>
                        </a:rPr>
                        <a:t>오류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36118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6FEB"/>
                </a:solidFill>
                <a:latin typeface="맑은 고딕"/>
              </a:rPr>
              <a:t>보조 함수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4069080"/>
          <a:ext cx="52120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함수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rkllm_run_async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기다리지 않고 실행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rkllm_abort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생성 중단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rkllm_clear_kv_cache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대화 기록 지우기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rkllm_set_chat_template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맑은 고딕"/>
                        </a:rPr>
                        <a:t>프롬프트 형식 지정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621792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F6FEB"/>
                </a:solidFill>
                <a:latin typeface="맑은 고딕"/>
              </a:rPr>
              <a:t>흐름:  init  →  run  →  (콜백이 여러 번)  →  destroy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예제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EB"/>
                </a:solidFill>
                <a:latin typeface="맑은 고딕"/>
              </a:rPr>
              <a:t>① 라이브러리 직접 호출 (흐름만, 구조체 정의 생략)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lib = ctypes.CDLL("lib/librkllmrt.so")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# 설정 → 모델을 NPU에 올림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param = RKLLMParam()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param.model_path = b"model.rkllm"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param.max_context_len = 4096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param.top_k = 1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lib.rkllm_init(byref(handle), byref(param),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       byref(callback))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# 글자가 생길 때마다 불리는 콜백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def on_result(result, userdata, state):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if state == 0:   # 생성 중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text += result.contents.text.decode()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if state == 2:   # 끝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print(text)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return 0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# 질문 넣기 (끝날 때까지 기다림)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inp = RKLLMInput(); inp.input_type = 0   # 텍스트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inp.role = b"user"; inp.prompt_input = b"안녕"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lib.rkllm_run(handle, byref(inp), byref(infer), None)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lib.rkllm_destroy(handle)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EB"/>
                </a:solidFill>
                <a:latin typeface="맑은 고딕"/>
              </a:rPr>
              <a:t>② 서버로 띄워서 HTTP로 사용 (그대로 실행)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import json, urllib.request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prompt = ("Translate Korean to English. "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  "Output only the translation.\n\n"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  "Korean: 안녕하세요\nEnglish:")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req = urllib.request.Request(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"http://&lt;보드IP&gt;:8080/v1/chat/completions",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json.dumps({"model": "x", "messages": [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    {"role": "user", "content": prompt}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]}).encode(),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    {"Content-Type": "application/json"})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res = json.load(urllib.request.urlopen(req))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print(res["choices"][0]["message"]["content"])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전체 구조체 정의: rknn-llm/examples/rkllm_server_demo/rkllm_server/flask_server.py  |  서버 실행: ./scripts/run_rkllm_server.sh &lt;model.rkllm&gt;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이런 방법도 있습니다: 작업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전부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모델을 NPU에 올려 처리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구성이 단순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전부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llama.cpp, faster-whisper 등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기존 도구를 그대로 사용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고를 수 있는 모델이 많음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55448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작업별로 나누기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37744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예: STT는 CPU, 번역은 NPU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맑은 고딕"/>
              </a:rPr>
              <a:t>NPU를 쓰는 작업만큼 CPU를 비움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이미 쓰이는 예: 멀티모달 모델은 비전 인코더를 RKNN, 언어 모델을 RKLLM으로 나눠 NPU에서 실행</a:t>
            </a:r>
          </a:p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YOLO 같은 비전 모델은 후처리를 CPU가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87A1E"/>
                </a:solidFill>
                <a:latin typeface="맑은 고딕"/>
              </a:rPr>
              <a:t>※ 우리 구성은 아직 확정 전입니다. 테스트로 정합니다.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맑은 고딕"/>
              </a:rPr>
              <a:t>앞으로 할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6FEB"/>
                </a:solidFill>
                <a:latin typeface="맑은 고딕"/>
              </a:rPr>
              <a:t>할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800" b="0">
                <a:solidFill>
                  <a:srgbClr val="1F2937"/>
                </a:solidFill>
                <a:latin typeface="맑은 고딕"/>
              </a:rPr>
              <a:t>① STT 모델 후보 찾기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800" b="0">
                <a:solidFill>
                  <a:srgbClr val="1F2937"/>
                </a:solidFill>
                <a:latin typeface="맑은 고딕"/>
              </a:rPr>
              <a:t>② 번역 모델 후보 찾기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800" b="0">
                <a:solidFill>
                  <a:srgbClr val="1F2937"/>
                </a:solidFill>
                <a:latin typeface="맑은 고딕"/>
              </a:rPr>
              <a:t>③ 모델만 바꿔 테스트하는 기반 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6FEB"/>
                </a:solidFill>
                <a:latin typeface="맑은 고딕"/>
              </a:rPr>
              <a:t>모델 고르는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메모리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남는 RAM 안에 들어가는가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87168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속도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487168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목표 예: 번역 15 토큰/초, STT 실시간의 절반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45536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품질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145536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한국어 샘플 문장으로 직접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03904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변환 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803904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RKLLM 지원 모델인가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# 기반 코드 설정 예시 (제작 예정)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SOURCE    = "test.wav"  # 또는 "rtsp://..."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STT_MODEL = "small"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onsolas"/>
              </a:rPr>
              <a:t>TRANSLATE = "http://보드:8080/v1/chat/completions"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